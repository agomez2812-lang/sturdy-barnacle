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5.43</c:v>
                </c:pt>
                <c:pt idx="1">
                  <c:v>3.97</c:v>
                </c:pt>
                <c:pt idx="2">
                  <c:v>3.71</c:v>
                </c:pt>
                <c:pt idx="3">
                  <c:v>3.59</c:v>
                </c:pt>
                <c:pt idx="4">
                  <c:v>2.94</c:v>
                </c:pt>
                <c:pt idx="5">
                  <c:v>2.62</c:v>
                </c:pt>
                <c:pt idx="6">
                  <c:v>3.56</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38.451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+18.1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(5,0 %)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−0,88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(5,43 %); Francia, la segunda peor PD (2,15 %) y el menor (2,62 %).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+0,86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sexta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(5,0 %)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(0,75 %,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−0,88).</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+0,86).</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38.451 observaciones, cada fila trazable a su serie de origen</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2026-09-17T10:35:36Z</dcterms:created>
  <dcterms:modified xsi:type="dcterms:W3CDTF">2026-09-17T10:35:36Z</dcterms:modified>
</cp:coreProperties>
</file>