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A1A1A1"/>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ponderada por volumen · Fijación inicial total · Sin comisiones</a:t>
            </a:r>
            <a:endParaRPr lang="en-US" sz="11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0.46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2.08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12,5 %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5,0 %: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4,3 %.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Tipos del MIR ponderados por la mezcla real de saldos del BSI · Media 2026 · Es el coste de fondos que usa el modelo</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1.34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0.41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FD6BA"/>
          </a:solidFill>
          <a:ln w="12700">
            <a:solidFill>
              <a:srgbClr val="FFAB70"/>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de sociedades no financieras, nueva producción) y dataset BSI (saldos L21 vista y L22 plazo, sector 2240) para la ponderación. Facilidad de depósito del BCE al 2,09 %.</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0,41 % a 1,34 %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Nueve fuentes, 25.370 observaciones, cada fila trazable a su serie de origen</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anexo de datos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2026-09-17T07:55:12Z</dcterms:created>
  <dcterms:modified xsi:type="dcterms:W3CDTF">2026-09-17T07:55:12Z</dcterms:modified>
</cp:coreProperties>
</file>